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30BE-DD75-3B6D-2144-128B883F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ENTITY RELATIONSHIP MODEL</a:t>
            </a:r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A3449-2A05-5DCB-BD4A-DF5CAD75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215340"/>
            <a:ext cx="9040905" cy="349025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ptos Display" panose="020B0004020202020204" pitchFamily="34" charset="0"/>
              </a:rPr>
              <a:t>The Entity-Relationship (ER) model is a conceptual framework used to visually represent the structure of a database, showing entities, their attributes, and the relationships between them.</a:t>
            </a:r>
            <a:endParaRPr 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40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46CF-2ACA-7BE6-857B-9D7291152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416300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Abadi" panose="020B0604020104020204" pitchFamily="34" charset="0"/>
                <a:cs typeface="Aharoni" panose="02010803020104030203" pitchFamily="2" charset="-79"/>
              </a:rPr>
              <a:t>1) Entity</a:t>
            </a:r>
            <a:r>
              <a:rPr lang="en-IN" sz="2400" dirty="0">
                <a:latin typeface="Abadi" panose="020B0604020104020204" pitchFamily="34" charset="0"/>
              </a:rPr>
              <a:t> </a:t>
            </a:r>
            <a:r>
              <a:rPr lang="en-IN" sz="2400" dirty="0">
                <a:latin typeface="Abadi" panose="020B0604020104020204" pitchFamily="34" charset="0"/>
                <a:cs typeface="Aharoni" panose="02010803020104030203" pitchFamily="2" charset="-79"/>
              </a:rPr>
              <a:t>sets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entity set is a collection of similar types of entities in a database, where each entity represents a real-world object or concept, and all entities in the set have the same attributes.     </a:t>
            </a:r>
          </a:p>
          <a:p>
            <a:endParaRPr lang="en-IN" dirty="0"/>
          </a:p>
          <a:p>
            <a:endParaRPr lang="en-IN" sz="2400" dirty="0"/>
          </a:p>
          <a:p>
            <a:r>
              <a:rPr lang="en-IN" sz="2400" dirty="0">
                <a:latin typeface="Abadi" panose="020B0604020104020204" pitchFamily="34" charset="0"/>
                <a:cs typeface="Aharoni" panose="02010803020104030203" pitchFamily="2" charset="-79"/>
              </a:rPr>
              <a:t>2) Relationship sets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Relationship is an association among two or more entities.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8A329BF-F4A6-2A6B-969F-CA2B07F80E28}"/>
              </a:ext>
            </a:extLst>
          </p:cNvPr>
          <p:cNvSpPr/>
          <p:nvPr/>
        </p:nvSpPr>
        <p:spPr>
          <a:xfrm>
            <a:off x="1529976" y="4311650"/>
            <a:ext cx="1828800" cy="490130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Student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133700D-AAEB-7779-1052-4B757333CFBE}"/>
              </a:ext>
            </a:extLst>
          </p:cNvPr>
          <p:cNvSpPr/>
          <p:nvPr/>
        </p:nvSpPr>
        <p:spPr>
          <a:xfrm>
            <a:off x="4094028" y="4311649"/>
            <a:ext cx="1828800" cy="490131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Employee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86633844-5C51-CE99-1251-26BE29B38AEC}"/>
              </a:ext>
            </a:extLst>
          </p:cNvPr>
          <p:cNvSpPr/>
          <p:nvPr/>
        </p:nvSpPr>
        <p:spPr>
          <a:xfrm>
            <a:off x="6436708" y="4311650"/>
            <a:ext cx="2115625" cy="490132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ptos Display" panose="020B0004020202020204" pitchFamily="34" charset="0"/>
              </a:rPr>
              <a:t>Department</a:t>
            </a:r>
            <a:endParaRPr lang="en-US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81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1FFF-7237-80D8-0034-47A0525A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094256"/>
            <a:ext cx="8825659" cy="134137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badi" panose="020B0604020104020204" pitchFamily="34" charset="0"/>
              </a:rPr>
              <a:t>Attributes</a:t>
            </a:r>
            <a:r>
              <a:rPr lang="en-IN" dirty="0"/>
              <a:t> </a:t>
            </a:r>
          </a:p>
          <a:p>
            <a:r>
              <a:rPr lang="en-IN" sz="2400" dirty="0">
                <a:latin typeface="Aptos Display" panose="020B0004020202020204" pitchFamily="34" charset="0"/>
              </a:rPr>
              <a:t>The attributes is used to describe the property  of an entity.  Eclipse is used to represent the attribute.</a:t>
            </a:r>
          </a:p>
          <a:p>
            <a:pPr marL="0" indent="0">
              <a:buNone/>
            </a:pP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E8C9F-AB85-DBA8-7B73-F7D623A3607A}"/>
              </a:ext>
            </a:extLst>
          </p:cNvPr>
          <p:cNvSpPr txBox="1"/>
          <p:nvPr/>
        </p:nvSpPr>
        <p:spPr>
          <a:xfrm>
            <a:off x="1090708" y="3718679"/>
            <a:ext cx="82445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ATTRIBUTES</a:t>
            </a:r>
          </a:p>
          <a:p>
            <a:pPr algn="l"/>
            <a:r>
              <a:rPr lang="en-IN" dirty="0"/>
              <a:t>
</a:t>
            </a:r>
            <a:r>
              <a:rPr lang="en-IN" sz="2400" dirty="0">
                <a:latin typeface="Abadi" panose="020B0604020104020204" pitchFamily="34" charset="0"/>
              </a:rPr>
              <a:t>1. Simple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that can’t be divided further.
Example: Age</a:t>
            </a:r>
            <a:r>
              <a:rPr lang="en-IN" dirty="0"/>
              <a:t>
</a:t>
            </a:r>
            <a:r>
              <a:rPr lang="en-IN" sz="2400" dirty="0">
                <a:latin typeface="Abadi" panose="020B0604020104020204" pitchFamily="34" charset="0"/>
              </a:rPr>
              <a:t>2. Composite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that can be broken into smaller parts.
Example: Full Name (First Name + Last Name)</a:t>
            </a:r>
            <a:r>
              <a:rPr lang="en-IN" dirty="0"/>
              <a:t>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4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49A2B-57B0-4CA9-20BD-A437E3022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Abadi" panose="020B0604020104020204" pitchFamily="34" charset="0"/>
              </a:rPr>
              <a:t>4. Multi-Valued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that can have multiple values.
Example: Phone Numbers</a:t>
            </a:r>
          </a:p>
          <a:p>
            <a:r>
              <a:rPr lang="en-IN" sz="2400" dirty="0">
                <a:latin typeface="Abadi" panose="020B0604020104020204" pitchFamily="34" charset="0"/>
              </a:rPr>
              <a:t>5. Derived Attribute: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An attribute whose value can be calculated from other attributes.
Example: Age (derived from Date of Birth)</a:t>
            </a:r>
            <a:endParaRPr lang="en-US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77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F4597-9DCC-A212-AD8C-1F62F9A1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Mapping</a:t>
            </a:r>
            <a:r>
              <a:rPr lang="en-IN" dirty="0"/>
              <a:t> </a:t>
            </a:r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Cardinality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Mapping cardinality represents the number of entities to which another entity can be associated via relationship set.</a:t>
            </a:r>
            <a:r>
              <a:rPr lang="en-IN" dirty="0"/>
              <a:t>
</a:t>
            </a:r>
            <a:r>
              <a:rPr lang="en-IN" sz="2400" dirty="0">
                <a:latin typeface="Abadi" panose="020B0604020104020204" pitchFamily="34" charset="0"/>
              </a:rPr>
              <a:t>(1) One-to-One</a:t>
            </a:r>
            <a:r>
              <a:rPr lang="en-IN" dirty="0"/>
              <a:t>
</a:t>
            </a:r>
            <a:r>
              <a:rPr lang="en-IN" sz="2400" dirty="0">
                <a:latin typeface="Aptos Display" panose="020B0004020202020204" pitchFamily="34" charset="0"/>
              </a:rPr>
              <a:t>One item is related to one other item.
Example: One person has one passport.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D2E99-7FB5-A46A-3DD1-0A441772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23" y="5520219"/>
            <a:ext cx="6074905" cy="99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2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2B1A-72E0-F71C-034C-3A4E8D8DE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32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 Boardroom</vt:lpstr>
      <vt:lpstr>        ENTITY RELATIONSHIP MODEL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ENTITY RELATIONSHIP MODEL</dc:title>
  <dc:creator>Manushya S</dc:creator>
  <cp:lastModifiedBy>Manushya S</cp:lastModifiedBy>
  <cp:revision>1</cp:revision>
  <dcterms:created xsi:type="dcterms:W3CDTF">2025-02-24T15:26:36Z</dcterms:created>
  <dcterms:modified xsi:type="dcterms:W3CDTF">2025-02-24T17:02:54Z</dcterms:modified>
</cp:coreProperties>
</file>