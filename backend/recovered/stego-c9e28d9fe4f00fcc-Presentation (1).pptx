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7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shya S" userId="b3b7e6d912246029" providerId="LiveId" clId="{0F945C52-AAFB-A04B-9169-EA530F808FDD}"/>
    <pc:docChg chg="modSld">
      <pc:chgData name="Manushya S" userId="b3b7e6d912246029" providerId="LiveId" clId="{0F945C52-AAFB-A04B-9169-EA530F808FDD}" dt="2025-02-24T09:57:45.622" v="0" actId="20577"/>
      <pc:docMkLst>
        <pc:docMk/>
      </pc:docMkLst>
      <pc:sldChg chg="modSp">
        <pc:chgData name="Manushya S" userId="b3b7e6d912246029" providerId="LiveId" clId="{0F945C52-AAFB-A04B-9169-EA530F808FDD}" dt="2025-02-24T09:57:45.622" v="0" actId="20577"/>
        <pc:sldMkLst>
          <pc:docMk/>
          <pc:sldMk cId="3918212155" sldId="256"/>
        </pc:sldMkLst>
        <pc:spChg chg="mod">
          <ac:chgData name="Manushya S" userId="b3b7e6d912246029" providerId="LiveId" clId="{0F945C52-AAFB-A04B-9169-EA530F808FDD}" dt="2025-02-24T09:57:45.622" v="0" actId="20577"/>
          <ac:spMkLst>
            <pc:docMk/>
            <pc:sldMk cId="3918212155" sldId="256"/>
            <ac:spMk id="2" creationId="{661E09FB-DD6E-F675-3EA2-622D3FC84F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09FB-DD6E-F675-3EA2-622D3FC84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Entity
Attributes
Complex Attributes
Null Values
Key Attribute
II/DBMS
NAME
AGE
ADDRESS
PHONE NUMBER
PERSON
STUDENT
STUDENT ID
NAME
AGE
PRIYANKA
20
JEREMY
21
3
PRIYANKA
8:49
Basic Concepts of Entity-Relationship Model
Neso Academy 9.4 lakh views. 3 years ago
8 chapters
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5F993-3185-EB07-049F-8877384B39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12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9" id="{ED3996BA-162B-43C7-B0E2-A5CA4E649741}" vid="{187088E4-27D7-4455-856F-4A44258D82E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Ion Boardroom</vt:lpstr>
      <vt:lpstr>Entity
Attributes
Complex Attributes
Null Values
Key Attribute
II/DBMS
NAME
AGE
ADDRESS
PHONE NUMBER
PERSON
STUDENT
STUDENT ID
NAME
AGE
PRIYANKA
20
JEREMY
21
3
PRIYANKA
8:49
Basic Concepts of Entity-Relationship Model
Neso Academy 9.4 lakh views. 3 years ago
8 chapters
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
Attributes
Complex Attributes
Null Values
Key Attribute
II/DBMS
NAME
AGE
ADDRESS
PHONE NUMBER
PERSON
STUDENT
STUDENT ID
NAME
AGE
PRIYANKA
20
JEREMY
21
3
PRIYANKA
8:49
Basic Concepts of Entity-Relationship Model
Neso Academy 9.4 lakh views. 3 years ago
8 chapters
:</dc:title>
  <dc:creator>Manushya S</dc:creator>
  <cp:lastModifiedBy>Manushya S</cp:lastModifiedBy>
  <cp:revision>1</cp:revision>
  <dcterms:created xsi:type="dcterms:W3CDTF">2025-02-24T09:56:26Z</dcterms:created>
  <dcterms:modified xsi:type="dcterms:W3CDTF">2025-02-24T09:57:55Z</dcterms:modified>
</cp:coreProperties>
</file>