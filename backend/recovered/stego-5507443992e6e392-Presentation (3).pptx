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shya S" userId="b3b7e6d912246029" providerId="LiveId" clId="{4D545CA3-EB44-1347-BC16-446466E0EE65}"/>
    <pc:docChg chg="custSel addSld delSld modSld">
      <pc:chgData name="Manushya S" userId="b3b7e6d912246029" providerId="LiveId" clId="{4D545CA3-EB44-1347-BC16-446466E0EE65}" dt="2025-02-24T17:01:53.989" v="1031" actId="478"/>
      <pc:docMkLst>
        <pc:docMk/>
      </pc:docMkLst>
      <pc:sldChg chg="modSp mod modClrScheme chgLayout">
        <pc:chgData name="Manushya S" userId="b3b7e6d912246029" providerId="LiveId" clId="{4D545CA3-EB44-1347-BC16-446466E0EE65}" dt="2025-02-24T16:13:30.103" v="40" actId="14100"/>
        <pc:sldMkLst>
          <pc:docMk/>
          <pc:sldMk cId="850403601" sldId="256"/>
        </pc:sldMkLst>
        <pc:spChg chg="mod ord">
          <ac:chgData name="Manushya S" userId="b3b7e6d912246029" providerId="LiveId" clId="{4D545CA3-EB44-1347-BC16-446466E0EE65}" dt="2025-02-24T16:13:10.632" v="38" actId="2711"/>
          <ac:spMkLst>
            <pc:docMk/>
            <pc:sldMk cId="850403601" sldId="256"/>
            <ac:spMk id="2" creationId="{0F2A30BE-DD75-3B6D-2144-128B883FBCA8}"/>
          </ac:spMkLst>
        </pc:spChg>
        <pc:spChg chg="mod ord">
          <ac:chgData name="Manushya S" userId="b3b7e6d912246029" providerId="LiveId" clId="{4D545CA3-EB44-1347-BC16-446466E0EE65}" dt="2025-02-24T16:13:30.103" v="40" actId="14100"/>
          <ac:spMkLst>
            <pc:docMk/>
            <pc:sldMk cId="850403601" sldId="256"/>
            <ac:spMk id="3" creationId="{25FA3449-2A05-5DCB-BD4A-DF5CAD754E11}"/>
          </ac:spMkLst>
        </pc:spChg>
      </pc:sldChg>
      <pc:sldChg chg="addSp delSp modSp new">
        <pc:chgData name="Manushya S" userId="b3b7e6d912246029" providerId="LiveId" clId="{4D545CA3-EB44-1347-BC16-446466E0EE65}" dt="2025-02-24T16:39:08.462" v="580" actId="27636"/>
        <pc:sldMkLst>
          <pc:docMk/>
          <pc:sldMk cId="2005816199" sldId="257"/>
        </pc:sldMkLst>
        <pc:spChg chg="del">
          <ac:chgData name="Manushya S" userId="b3b7e6d912246029" providerId="LiveId" clId="{4D545CA3-EB44-1347-BC16-446466E0EE65}" dt="2025-02-24T16:32:23.669" v="550" actId="478"/>
          <ac:spMkLst>
            <pc:docMk/>
            <pc:sldMk cId="2005816199" sldId="257"/>
            <ac:spMk id="2" creationId="{F27B8D54-0A0E-A509-DE7E-996EDDC44F54}"/>
          </ac:spMkLst>
        </pc:spChg>
        <pc:spChg chg="mod">
          <ac:chgData name="Manushya S" userId="b3b7e6d912246029" providerId="LiveId" clId="{4D545CA3-EB44-1347-BC16-446466E0EE65}" dt="2025-02-24T16:39:08.462" v="580" actId="27636"/>
          <ac:spMkLst>
            <pc:docMk/>
            <pc:sldMk cId="2005816199" sldId="257"/>
            <ac:spMk id="3" creationId="{313246CF-2ACA-7BE6-857B-9D7291152D04}"/>
          </ac:spMkLst>
        </pc:spChg>
        <pc:spChg chg="add mod">
          <ac:chgData name="Manushya S" userId="b3b7e6d912246029" providerId="LiveId" clId="{4D545CA3-EB44-1347-BC16-446466E0EE65}" dt="2025-02-24T16:37:32.655" v="573" actId="255"/>
          <ac:spMkLst>
            <pc:docMk/>
            <pc:sldMk cId="2005816199" sldId="257"/>
            <ac:spMk id="4" creationId="{18A329BF-F4A6-2A6B-969F-CA2B07F80E28}"/>
          </ac:spMkLst>
        </pc:spChg>
        <pc:spChg chg="add mod">
          <ac:chgData name="Manushya S" userId="b3b7e6d912246029" providerId="LiveId" clId="{4D545CA3-EB44-1347-BC16-446466E0EE65}" dt="2025-02-24T16:37:51.719" v="575" actId="255"/>
          <ac:spMkLst>
            <pc:docMk/>
            <pc:sldMk cId="2005816199" sldId="257"/>
            <ac:spMk id="5" creationId="{3133700D-AAEB-7779-1052-4B757333CFBE}"/>
          </ac:spMkLst>
        </pc:spChg>
        <pc:spChg chg="add mod">
          <ac:chgData name="Manushya S" userId="b3b7e6d912246029" providerId="LiveId" clId="{4D545CA3-EB44-1347-BC16-446466E0EE65}" dt="2025-02-24T16:38:06.328" v="577" actId="255"/>
          <ac:spMkLst>
            <pc:docMk/>
            <pc:sldMk cId="2005816199" sldId="257"/>
            <ac:spMk id="6" creationId="{86633844-5C51-CE99-1251-26BE29B38AEC}"/>
          </ac:spMkLst>
        </pc:spChg>
      </pc:sldChg>
      <pc:sldChg chg="addSp delSp modSp new del mod modClrScheme chgLayout">
        <pc:chgData name="Manushya S" userId="b3b7e6d912246029" providerId="LiveId" clId="{4D545CA3-EB44-1347-BC16-446466E0EE65}" dt="2025-02-24T16:21:21.046" v="137" actId="2696"/>
        <pc:sldMkLst>
          <pc:docMk/>
          <pc:sldMk cId="2435881887" sldId="257"/>
        </pc:sldMkLst>
        <pc:spChg chg="del">
          <ac:chgData name="Manushya S" userId="b3b7e6d912246029" providerId="LiveId" clId="{4D545CA3-EB44-1347-BC16-446466E0EE65}" dt="2025-02-24T16:14:15.130" v="42" actId="700"/>
          <ac:spMkLst>
            <pc:docMk/>
            <pc:sldMk cId="2435881887" sldId="257"/>
            <ac:spMk id="2" creationId="{DCC2ED58-AE71-8D9D-AB9D-94471B86C39A}"/>
          </ac:spMkLst>
        </pc:spChg>
        <pc:spChg chg="del">
          <ac:chgData name="Manushya S" userId="b3b7e6d912246029" providerId="LiveId" clId="{4D545CA3-EB44-1347-BC16-446466E0EE65}" dt="2025-02-24T16:14:15.130" v="42" actId="700"/>
          <ac:spMkLst>
            <pc:docMk/>
            <pc:sldMk cId="2435881887" sldId="257"/>
            <ac:spMk id="3" creationId="{000B0C7C-06E3-9939-435B-7A2CFBF0D42D}"/>
          </ac:spMkLst>
        </pc:spChg>
        <pc:spChg chg="add del mod">
          <ac:chgData name="Manushya S" userId="b3b7e6d912246029" providerId="LiveId" clId="{4D545CA3-EB44-1347-BC16-446466E0EE65}" dt="2025-02-24T16:14:26.768" v="44" actId="478"/>
          <ac:spMkLst>
            <pc:docMk/>
            <pc:sldMk cId="2435881887" sldId="257"/>
            <ac:spMk id="4" creationId="{BAD923E5-F722-EDC4-8DBA-3C74E79FDB28}"/>
          </ac:spMkLst>
        </pc:spChg>
        <pc:spChg chg="add del mod">
          <ac:chgData name="Manushya S" userId="b3b7e6d912246029" providerId="LiveId" clId="{4D545CA3-EB44-1347-BC16-446466E0EE65}" dt="2025-02-24T16:21:04.167" v="133" actId="478"/>
          <ac:spMkLst>
            <pc:docMk/>
            <pc:sldMk cId="2435881887" sldId="257"/>
            <ac:spMk id="5" creationId="{9BDFE196-0FAD-6A8E-47A2-2A9EFA7C76EE}"/>
          </ac:spMkLst>
        </pc:spChg>
        <pc:spChg chg="add del mod">
          <ac:chgData name="Manushya S" userId="b3b7e6d912246029" providerId="LiveId" clId="{4D545CA3-EB44-1347-BC16-446466E0EE65}" dt="2025-02-24T16:16:36.934" v="69" actId="478"/>
          <ac:spMkLst>
            <pc:docMk/>
            <pc:sldMk cId="2435881887" sldId="257"/>
            <ac:spMk id="6" creationId="{969EBF2A-3D82-05FB-7531-D51774E592DC}"/>
          </ac:spMkLst>
        </pc:spChg>
        <pc:spChg chg="add del mod">
          <ac:chgData name="Manushya S" userId="b3b7e6d912246029" providerId="LiveId" clId="{4D545CA3-EB44-1347-BC16-446466E0EE65}" dt="2025-02-24T16:17:13.236" v="74" actId="478"/>
          <ac:spMkLst>
            <pc:docMk/>
            <pc:sldMk cId="2435881887" sldId="257"/>
            <ac:spMk id="7" creationId="{2858BA2F-04BB-27F5-8B67-EB490956C0E9}"/>
          </ac:spMkLst>
        </pc:spChg>
        <pc:spChg chg="add del mod">
          <ac:chgData name="Manushya S" userId="b3b7e6d912246029" providerId="LiveId" clId="{4D545CA3-EB44-1347-BC16-446466E0EE65}" dt="2025-02-24T16:17:25.357" v="77" actId="478"/>
          <ac:spMkLst>
            <pc:docMk/>
            <pc:sldMk cId="2435881887" sldId="257"/>
            <ac:spMk id="8" creationId="{5B59DA4D-D363-9442-C9E7-79793F2B14FA}"/>
          </ac:spMkLst>
        </pc:spChg>
        <pc:spChg chg="add del mod">
          <ac:chgData name="Manushya S" userId="b3b7e6d912246029" providerId="LiveId" clId="{4D545CA3-EB44-1347-BC16-446466E0EE65}" dt="2025-02-24T16:21:10.214" v="135" actId="478"/>
          <ac:spMkLst>
            <pc:docMk/>
            <pc:sldMk cId="2435881887" sldId="257"/>
            <ac:spMk id="9" creationId="{A6B60F8E-4E22-9601-3B1C-77FF5B39146F}"/>
          </ac:spMkLst>
        </pc:spChg>
        <pc:spChg chg="add del mod">
          <ac:chgData name="Manushya S" userId="b3b7e6d912246029" providerId="LiveId" clId="{4D545CA3-EB44-1347-BC16-446466E0EE65}" dt="2025-02-24T16:21:06.703" v="134" actId="478"/>
          <ac:spMkLst>
            <pc:docMk/>
            <pc:sldMk cId="2435881887" sldId="257"/>
            <ac:spMk id="11" creationId="{AA3A2239-1635-F864-43E3-40526DE967E9}"/>
          </ac:spMkLst>
        </pc:spChg>
        <pc:spChg chg="add">
          <ac:chgData name="Manushya S" userId="b3b7e6d912246029" providerId="LiveId" clId="{4D545CA3-EB44-1347-BC16-446466E0EE65}" dt="2025-02-24T16:21:15.141" v="136" actId="139"/>
          <ac:spMkLst>
            <pc:docMk/>
            <pc:sldMk cId="2435881887" sldId="257"/>
            <ac:spMk id="12" creationId="{51CF2A2A-73E2-9290-CFF7-85BE12D3CC4A}"/>
          </ac:spMkLst>
        </pc:spChg>
      </pc:sldChg>
      <pc:sldChg chg="addSp modSp new del">
        <pc:chgData name="Manushya S" userId="b3b7e6d912246029" providerId="LiveId" clId="{4D545CA3-EB44-1347-BC16-446466E0EE65}" dt="2025-02-24T16:27:20.284" v="298" actId="2696"/>
        <pc:sldMkLst>
          <pc:docMk/>
          <pc:sldMk cId="2455112696" sldId="257"/>
        </pc:sldMkLst>
        <pc:spChg chg="mod">
          <ac:chgData name="Manushya S" userId="b3b7e6d912246029" providerId="LiveId" clId="{4D545CA3-EB44-1347-BC16-446466E0EE65}" dt="2025-02-24T16:26:59.483" v="296" actId="1076"/>
          <ac:spMkLst>
            <pc:docMk/>
            <pc:sldMk cId="2455112696" sldId="257"/>
            <ac:spMk id="3" creationId="{A154D01E-06F9-2474-398D-1ADEA7A25873}"/>
          </ac:spMkLst>
        </pc:spChg>
        <pc:spChg chg="add mod">
          <ac:chgData name="Manushya S" userId="b3b7e6d912246029" providerId="LiveId" clId="{4D545CA3-EB44-1347-BC16-446466E0EE65}" dt="2025-02-24T16:26:12.240" v="293" actId="17032"/>
          <ac:spMkLst>
            <pc:docMk/>
            <pc:sldMk cId="2455112696" sldId="257"/>
            <ac:spMk id="4" creationId="{654BC8A9-C4FE-F9CB-BBFF-32A340767562}"/>
          </ac:spMkLst>
        </pc:spChg>
        <pc:spChg chg="add">
          <ac:chgData name="Manushya S" userId="b3b7e6d912246029" providerId="LiveId" clId="{4D545CA3-EB44-1347-BC16-446466E0EE65}" dt="2025-02-24T16:27:16.131" v="297" actId="22"/>
          <ac:spMkLst>
            <pc:docMk/>
            <pc:sldMk cId="2455112696" sldId="257"/>
            <ac:spMk id="6" creationId="{0C27E429-2112-01FA-1B3B-AE1142D4F2EC}"/>
          </ac:spMkLst>
        </pc:spChg>
      </pc:sldChg>
      <pc:sldChg chg="addSp modSp new del">
        <pc:chgData name="Manushya S" userId="b3b7e6d912246029" providerId="LiveId" clId="{4D545CA3-EB44-1347-BC16-446466E0EE65}" dt="2025-02-24T16:25:23.939" v="239" actId="2696"/>
        <pc:sldMkLst>
          <pc:docMk/>
          <pc:sldMk cId="3553343534" sldId="257"/>
        </pc:sldMkLst>
        <pc:spChg chg="mod">
          <ac:chgData name="Manushya S" userId="b3b7e6d912246029" providerId="LiveId" clId="{4D545CA3-EB44-1347-BC16-446466E0EE65}" dt="2025-02-24T16:24:27.758" v="236" actId="20577"/>
          <ac:spMkLst>
            <pc:docMk/>
            <pc:sldMk cId="3553343534" sldId="257"/>
            <ac:spMk id="3" creationId="{C8488306-036A-5D01-C368-45CEE1D1DB3D}"/>
          </ac:spMkLst>
        </pc:spChg>
        <pc:spChg chg="add mod">
          <ac:chgData name="Manushya S" userId="b3b7e6d912246029" providerId="LiveId" clId="{4D545CA3-EB44-1347-BC16-446466E0EE65}" dt="2025-02-24T16:23:48.199" v="217" actId="1076"/>
          <ac:spMkLst>
            <pc:docMk/>
            <pc:sldMk cId="3553343534" sldId="257"/>
            <ac:spMk id="4" creationId="{4B25A5AA-4E9F-F56D-4D3D-4550B7EB0503}"/>
          </ac:spMkLst>
        </pc:spChg>
        <pc:spChg chg="add mod">
          <ac:chgData name="Manushya S" userId="b3b7e6d912246029" providerId="LiveId" clId="{4D545CA3-EB44-1347-BC16-446466E0EE65}" dt="2025-02-24T16:24:11.975" v="219" actId="17032"/>
          <ac:spMkLst>
            <pc:docMk/>
            <pc:sldMk cId="3553343534" sldId="257"/>
            <ac:spMk id="5" creationId="{7548CB40-F250-1569-3E3A-A1CBCB4D3DCA}"/>
          </ac:spMkLst>
        </pc:spChg>
        <pc:spChg chg="add mod">
          <ac:chgData name="Manushya S" userId="b3b7e6d912246029" providerId="LiveId" clId="{4D545CA3-EB44-1347-BC16-446466E0EE65}" dt="2025-02-24T16:25:08.440" v="238" actId="20577"/>
          <ac:spMkLst>
            <pc:docMk/>
            <pc:sldMk cId="3553343534" sldId="257"/>
            <ac:spMk id="7" creationId="{9FD765D1-1CD2-CE69-786C-EDCCBE10F982}"/>
          </ac:spMkLst>
        </pc:spChg>
      </pc:sldChg>
      <pc:sldChg chg="addSp delSp modSp new">
        <pc:chgData name="Manushya S" userId="b3b7e6d912246029" providerId="LiveId" clId="{4D545CA3-EB44-1347-BC16-446466E0EE65}" dt="2025-02-24T16:51:45.573" v="948" actId="1076"/>
        <pc:sldMkLst>
          <pc:docMk/>
          <pc:sldMk cId="1297142754" sldId="258"/>
        </pc:sldMkLst>
        <pc:spChg chg="del">
          <ac:chgData name="Manushya S" userId="b3b7e6d912246029" providerId="LiveId" clId="{4D545CA3-EB44-1347-BC16-446466E0EE65}" dt="2025-02-24T16:48:06.458" v="924" actId="478"/>
          <ac:spMkLst>
            <pc:docMk/>
            <pc:sldMk cId="1297142754" sldId="258"/>
            <ac:spMk id="2" creationId="{52A5358A-03DB-E75E-3FF3-97DD847C4D6A}"/>
          </ac:spMkLst>
        </pc:spChg>
        <pc:spChg chg="mod">
          <ac:chgData name="Manushya S" userId="b3b7e6d912246029" providerId="LiveId" clId="{4D545CA3-EB44-1347-BC16-446466E0EE65}" dt="2025-02-24T16:48:00.661" v="923" actId="1076"/>
          <ac:spMkLst>
            <pc:docMk/>
            <pc:sldMk cId="1297142754" sldId="258"/>
            <ac:spMk id="3" creationId="{86581FFF-7237-80D8-0034-47A0525AD063}"/>
          </ac:spMkLst>
        </pc:spChg>
        <pc:spChg chg="add mod">
          <ac:chgData name="Manushya S" userId="b3b7e6d912246029" providerId="LiveId" clId="{4D545CA3-EB44-1347-BC16-446466E0EE65}" dt="2025-02-24T16:51:45.573" v="948" actId="1076"/>
          <ac:spMkLst>
            <pc:docMk/>
            <pc:sldMk cId="1297142754" sldId="258"/>
            <ac:spMk id="4" creationId="{71CE8C9F-AB85-DBA8-7B73-F7D623A3607A}"/>
          </ac:spMkLst>
        </pc:spChg>
      </pc:sldChg>
      <pc:sldChg chg="delSp modSp new">
        <pc:chgData name="Manushya S" userId="b3b7e6d912246029" providerId="LiveId" clId="{4D545CA3-EB44-1347-BC16-446466E0EE65}" dt="2025-02-24T16:51:14.699" v="944" actId="478"/>
        <pc:sldMkLst>
          <pc:docMk/>
          <pc:sldMk cId="1103773551" sldId="259"/>
        </pc:sldMkLst>
        <pc:spChg chg="del">
          <ac:chgData name="Manushya S" userId="b3b7e6d912246029" providerId="LiveId" clId="{4D545CA3-EB44-1347-BC16-446466E0EE65}" dt="2025-02-24T16:51:14.699" v="944" actId="478"/>
          <ac:spMkLst>
            <pc:docMk/>
            <pc:sldMk cId="1103773551" sldId="259"/>
            <ac:spMk id="2" creationId="{75C4CA51-3FA6-BBA4-38E4-EFEB29CA09CC}"/>
          </ac:spMkLst>
        </pc:spChg>
        <pc:spChg chg="mod">
          <ac:chgData name="Manushya S" userId="b3b7e6d912246029" providerId="LiveId" clId="{4D545CA3-EB44-1347-BC16-446466E0EE65}" dt="2025-02-24T16:50:58.223" v="943" actId="255"/>
          <ac:spMkLst>
            <pc:docMk/>
            <pc:sldMk cId="1103773551" sldId="259"/>
            <ac:spMk id="3" creationId="{C3349A2B-57B0-4CA9-20BD-A437E30226FD}"/>
          </ac:spMkLst>
        </pc:spChg>
      </pc:sldChg>
      <pc:sldChg chg="addSp delSp modSp new">
        <pc:chgData name="Manushya S" userId="b3b7e6d912246029" providerId="LiveId" clId="{4D545CA3-EB44-1347-BC16-446466E0EE65}" dt="2025-02-24T17:01:48.489" v="1030" actId="478"/>
        <pc:sldMkLst>
          <pc:docMk/>
          <pc:sldMk cId="2056129973" sldId="260"/>
        </pc:sldMkLst>
        <pc:spChg chg="del">
          <ac:chgData name="Manushya S" userId="b3b7e6d912246029" providerId="LiveId" clId="{4D545CA3-EB44-1347-BC16-446466E0EE65}" dt="2025-02-24T17:01:48.489" v="1030" actId="478"/>
          <ac:spMkLst>
            <pc:docMk/>
            <pc:sldMk cId="2056129973" sldId="260"/>
            <ac:spMk id="2" creationId="{C1C0472D-7EA3-24F6-1919-7EA83EC5FE7A}"/>
          </ac:spMkLst>
        </pc:spChg>
        <pc:spChg chg="mod">
          <ac:chgData name="Manushya S" userId="b3b7e6d912246029" providerId="LiveId" clId="{4D545CA3-EB44-1347-BC16-446466E0EE65}" dt="2025-02-24T16:56:53.596" v="1017" actId="255"/>
          <ac:spMkLst>
            <pc:docMk/>
            <pc:sldMk cId="2056129973" sldId="260"/>
            <ac:spMk id="3" creationId="{D05F4597-9DCC-A212-AD8C-1F62F9A18E8A}"/>
          </ac:spMkLst>
        </pc:spChg>
        <pc:picChg chg="add del mod">
          <ac:chgData name="Manushya S" userId="b3b7e6d912246029" providerId="LiveId" clId="{4D545CA3-EB44-1347-BC16-446466E0EE65}" dt="2025-02-24T17:00:01.434" v="1024" actId="478"/>
          <ac:picMkLst>
            <pc:docMk/>
            <pc:sldMk cId="2056129973" sldId="260"/>
            <ac:picMk id="4" creationId="{E081B23E-C061-11D8-BDB4-49C8CF32B800}"/>
          </ac:picMkLst>
        </pc:picChg>
        <pc:picChg chg="add mod">
          <ac:chgData name="Manushya S" userId="b3b7e6d912246029" providerId="LiveId" clId="{4D545CA3-EB44-1347-BC16-446466E0EE65}" dt="2025-02-24T17:01:33.163" v="1028" actId="1076"/>
          <ac:picMkLst>
            <pc:docMk/>
            <pc:sldMk cId="2056129973" sldId="260"/>
            <ac:picMk id="5" creationId="{EF4D2E99-7FB5-A46A-3DD1-0A441772F793}"/>
          </ac:picMkLst>
        </pc:picChg>
      </pc:sldChg>
      <pc:sldChg chg="delSp new">
        <pc:chgData name="Manushya S" userId="b3b7e6d912246029" providerId="LiveId" clId="{4D545CA3-EB44-1347-BC16-446466E0EE65}" dt="2025-02-24T17:01:53.989" v="1031" actId="478"/>
        <pc:sldMkLst>
          <pc:docMk/>
          <pc:sldMk cId="2952732540" sldId="261"/>
        </pc:sldMkLst>
        <pc:spChg chg="del">
          <ac:chgData name="Manushya S" userId="b3b7e6d912246029" providerId="LiveId" clId="{4D545CA3-EB44-1347-BC16-446466E0EE65}" dt="2025-02-24T17:01:53.989" v="1031" actId="478"/>
          <ac:spMkLst>
            <pc:docMk/>
            <pc:sldMk cId="2952732540" sldId="261"/>
            <ac:spMk id="2" creationId="{42215526-829C-8AC8-DF63-D0F6D70630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30BE-DD75-3B6D-2144-128B883F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ENTITY RELATIONSHIP MODEL</a:t>
            </a:r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A3449-2A05-5DCB-BD4A-DF5CAD75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215340"/>
            <a:ext cx="9040905" cy="3490259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ptos Display" panose="020B0004020202020204" pitchFamily="34" charset="0"/>
              </a:rPr>
              <a:t>The Entity-Relationship (ER) model is a conceptual framework used to visually represent the structure of a database, showing entities, their attributes, and the relationships between them.</a:t>
            </a:r>
            <a:endParaRPr lang="en-US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40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46CF-2ACA-7BE6-857B-9D7291152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416300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Abadi" panose="020B0604020104020204" pitchFamily="34" charset="0"/>
                <a:cs typeface="Aharoni" panose="02010803020104030203" pitchFamily="2" charset="-79"/>
              </a:rPr>
              <a:t>1) Entity</a:t>
            </a:r>
            <a:r>
              <a:rPr lang="en-IN" sz="2400" dirty="0">
                <a:latin typeface="Abadi" panose="020B0604020104020204" pitchFamily="34" charset="0"/>
              </a:rPr>
              <a:t> </a:t>
            </a:r>
            <a:r>
              <a:rPr lang="en-IN" sz="2400" dirty="0">
                <a:latin typeface="Abadi" panose="020B0604020104020204" pitchFamily="34" charset="0"/>
                <a:cs typeface="Aharoni" panose="02010803020104030203" pitchFamily="2" charset="-79"/>
              </a:rPr>
              <a:t>sets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entity set is a collection of similar types of entities in a database, where each entity represents a real-world object or concept, and all entities in the set have the same attributes.     </a:t>
            </a:r>
          </a:p>
          <a:p>
            <a:endParaRPr lang="en-IN" dirty="0"/>
          </a:p>
          <a:p>
            <a:endParaRPr lang="en-IN" sz="2400" dirty="0"/>
          </a:p>
          <a:p>
            <a:r>
              <a:rPr lang="en-IN" sz="2400" dirty="0">
                <a:latin typeface="Abadi" panose="020B0604020104020204" pitchFamily="34" charset="0"/>
                <a:cs typeface="Aharoni" panose="02010803020104030203" pitchFamily="2" charset="-79"/>
              </a:rPr>
              <a:t>2) Relationship sets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Relationship is an association among two or more entities.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8A329BF-F4A6-2A6B-969F-CA2B07F80E28}"/>
              </a:ext>
            </a:extLst>
          </p:cNvPr>
          <p:cNvSpPr/>
          <p:nvPr/>
        </p:nvSpPr>
        <p:spPr>
          <a:xfrm>
            <a:off x="1529976" y="4311650"/>
            <a:ext cx="1828800" cy="490130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ptos Display" panose="020B0004020202020204" pitchFamily="34" charset="0"/>
              </a:rPr>
              <a:t>Student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133700D-AAEB-7779-1052-4B757333CFBE}"/>
              </a:ext>
            </a:extLst>
          </p:cNvPr>
          <p:cNvSpPr/>
          <p:nvPr/>
        </p:nvSpPr>
        <p:spPr>
          <a:xfrm>
            <a:off x="4094028" y="4311649"/>
            <a:ext cx="1828800" cy="490131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ptos Display" panose="020B0004020202020204" pitchFamily="34" charset="0"/>
              </a:rPr>
              <a:t>Employee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86633844-5C51-CE99-1251-26BE29B38AEC}"/>
              </a:ext>
            </a:extLst>
          </p:cNvPr>
          <p:cNvSpPr/>
          <p:nvPr/>
        </p:nvSpPr>
        <p:spPr>
          <a:xfrm>
            <a:off x="6436708" y="4311650"/>
            <a:ext cx="2115625" cy="490132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ptos Display" panose="020B0004020202020204" pitchFamily="34" charset="0"/>
              </a:rPr>
              <a:t>Department</a:t>
            </a:r>
            <a:endParaRPr lang="en-US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81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1FFF-7237-80D8-0034-47A0525A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094256"/>
            <a:ext cx="8825659" cy="134137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badi" panose="020B0604020104020204" pitchFamily="34" charset="0"/>
              </a:rPr>
              <a:t>Attributes</a:t>
            </a:r>
            <a:r>
              <a:rPr lang="en-IN" dirty="0"/>
              <a:t> </a:t>
            </a:r>
          </a:p>
          <a:p>
            <a:r>
              <a:rPr lang="en-IN" sz="2400" dirty="0">
                <a:latin typeface="Aptos Display" panose="020B0004020202020204" pitchFamily="34" charset="0"/>
              </a:rPr>
              <a:t>The attributes is used to describe the property  of an entity.  Eclipse is used to represent the attribute.</a:t>
            </a:r>
          </a:p>
          <a:p>
            <a:pPr marL="0" indent="0">
              <a:buNone/>
            </a:pP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E8C9F-AB85-DBA8-7B73-F7D623A3607A}"/>
              </a:ext>
            </a:extLst>
          </p:cNvPr>
          <p:cNvSpPr txBox="1"/>
          <p:nvPr/>
        </p:nvSpPr>
        <p:spPr>
          <a:xfrm>
            <a:off x="1090708" y="3718679"/>
            <a:ext cx="82445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ATTRIBUTES</a:t>
            </a:r>
          </a:p>
          <a:p>
            <a:pPr algn="l"/>
            <a:r>
              <a:rPr lang="en-IN" dirty="0"/>
              <a:t>
</a:t>
            </a:r>
            <a:r>
              <a:rPr lang="en-IN" sz="2400" dirty="0">
                <a:latin typeface="Abadi" panose="020B0604020104020204" pitchFamily="34" charset="0"/>
              </a:rPr>
              <a:t>1. Simple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that can’t be divided further.
Example: Age</a:t>
            </a:r>
            <a:r>
              <a:rPr lang="en-IN" dirty="0"/>
              <a:t>
</a:t>
            </a:r>
            <a:r>
              <a:rPr lang="en-IN" sz="2400" dirty="0">
                <a:latin typeface="Abadi" panose="020B0604020104020204" pitchFamily="34" charset="0"/>
              </a:rPr>
              <a:t>2. Composite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that can be broken into smaller parts.
Example: Full Name (First Name + Last Name)</a:t>
            </a:r>
            <a:r>
              <a:rPr lang="en-IN" dirty="0"/>
              <a:t>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14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49A2B-57B0-4CA9-20BD-A437E3022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Abadi" panose="020B0604020104020204" pitchFamily="34" charset="0"/>
              </a:rPr>
              <a:t>4. Multi-Valued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that can have multiple values.
Example: Phone Numbers</a:t>
            </a:r>
          </a:p>
          <a:p>
            <a:r>
              <a:rPr lang="en-IN" sz="2400" dirty="0">
                <a:latin typeface="Abadi" panose="020B0604020104020204" pitchFamily="34" charset="0"/>
              </a:rPr>
              <a:t>5. Derived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whose value can be calculated from other attributes.
Example: Age (derived from Date of Birth)</a:t>
            </a:r>
            <a:endParaRPr lang="en-US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77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F4597-9DCC-A212-AD8C-1F62F9A18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Mapping</a:t>
            </a:r>
            <a:r>
              <a:rPr lang="en-IN" dirty="0"/>
              <a:t> </a:t>
            </a:r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Cardinality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Mapping cardinality represents the number of entities to which another entity can be associated via relationship set.</a:t>
            </a:r>
            <a:r>
              <a:rPr lang="en-IN" dirty="0"/>
              <a:t>
</a:t>
            </a:r>
            <a:r>
              <a:rPr lang="en-IN" sz="2400" dirty="0">
                <a:latin typeface="Abadi" panose="020B0604020104020204" pitchFamily="34" charset="0"/>
              </a:rPr>
              <a:t>(1) One-to-One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One item is related to one other item.
Example: One person has one passport.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D2E99-7FB5-A46A-3DD1-0A441772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23" y="5520219"/>
            <a:ext cx="6074905" cy="99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2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2B1A-72E0-F71C-034C-3A4E8D8DE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32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9" id="{ED3996BA-162B-43C7-B0E2-A5CA4E649741}" vid="{187088E4-27D7-4455-856F-4A44258D82E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 Boardroom</vt:lpstr>
      <vt:lpstr>        ENTITY RELATIONSHIP MODEL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ENTITY RELATIONSHIP MODEL</dc:title>
  <dc:creator>Manushya S</dc:creator>
  <cp:lastModifiedBy>Manushya S</cp:lastModifiedBy>
  <cp:revision>1</cp:revision>
  <dcterms:created xsi:type="dcterms:W3CDTF">2025-02-24T15:26:36Z</dcterms:created>
  <dcterms:modified xsi:type="dcterms:W3CDTF">2025-02-24T17:01:55Z</dcterms:modified>
</cp:coreProperties>
</file>